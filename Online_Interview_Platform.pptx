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INTERVIEW PLATFORM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Django-Based Platform for Digital Interviews, Standardized Scoring,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Direct Candidate Hiring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 |  Django • REST Framework • PostgreSQL • WebRTC • Razorpay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hiring relies on scattered tools for scheduling, conducting, and evaluating interviews — making it difficult for companies to discover pre-vetted talent quickly.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centralizes scheduling, standardized scoring, and candidate discovery/purchase into ONE system.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55448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EAF3F6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5544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handled over email/calls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26060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EA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0" y="2788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6060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way to compare candidates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365760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EA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3840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3657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rely on slow, manual recruitment pipelines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40880" y="470916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EAF3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4892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2376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47091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feedback rarely captured or reused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6526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92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Scheduling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 to schedule and conduct digital interviews end to end.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6526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92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Scoring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60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100-point scorecard system for consistent, comparable evaluation.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6526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892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Discovery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560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browse and hire pre-scored candidates directly.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65269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33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00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users, interviews, and transactions.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65269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133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800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feedback, ratings, and analytics for every stakeholder.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One Platform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26974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with full system control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033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Approve/verify users, manage disputes, monitor transactions, view analytics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A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7373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2194560"/>
            <a:ext cx="26974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1737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seeking interview opportunities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7033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profile, apply/book interviews, attend interview, view score &amp; feedback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A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7373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194560"/>
            <a:ext cx="26974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1737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who conducts &amp; evaluates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7033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availability, conduct interview, fill scorecard, submit feedback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26880" y="173736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AF3F6"/>
          </a:solidFill>
          <a:ln/>
        </p:spPr>
      </p:sp>
      <p:sp>
        <p:nvSpPr>
          <p:cNvPr id="23" name="Shape 21"/>
          <p:cNvSpPr/>
          <p:nvPr/>
        </p:nvSpPr>
        <p:spPr>
          <a:xfrm>
            <a:off x="9326880" y="173736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5FBDB0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0" y="2194560"/>
            <a:ext cx="2697480" cy="457200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26880" y="1737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looking to hire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37033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requirements, browse candidate profiles, purchase/hire candidates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5331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517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Management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43784" y="160020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48456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845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26517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38928" y="160020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26517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Conducting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34072" y="160020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3874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6517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Evaluation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29216" y="160020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33888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3388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838944" y="26517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Marketplace (Buy Candidate)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53312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53312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507492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Dashboard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43784" y="402336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48456" y="4297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48456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2953512" y="507492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Dashboard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38928" y="402336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94360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248656" y="507492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34072" y="402336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38744" y="4297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38744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7543800" y="507492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729216" y="4023360"/>
            <a:ext cx="21579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533888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533888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9838944" y="507492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&amp; Conducting Interviews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Module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2860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applies, or company requests an interview directly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077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availability calendar with slot booking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2958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or manual interviewer assignment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51376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1513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notifications and reminders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773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7731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and cancellation workflow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554480"/>
            <a:ext cx="0" cy="4572000"/>
          </a:xfrm>
          <a:prstGeom prst="line">
            <a:avLst/>
          </a:prstGeom>
          <a:noFill/>
          <a:ln w="12700">
            <a:solidFill>
              <a:srgbClr val="C7D6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46304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14630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Module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0" y="2286000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2286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video/audio via WebRTC or Zoom/Jitsi API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2907792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29077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mode: timed MCQ, theory, or coding rounds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0" y="3529584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5295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code editor with execution (Judge0 API)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4151376"/>
            <a:ext cx="411480" cy="411480"/>
          </a:xfrm>
          <a:prstGeom prst="ellipse">
            <a:avLst/>
          </a:prstGeom>
          <a:solidFill>
            <a:srgbClr val="EAF3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41513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session recording for quality &amp; disputes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Logic — Out of 100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Knowledge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0" y="176479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D7E4E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176479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86600" y="16916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585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0" y="233172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D7E4E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2331720"/>
            <a:ext cx="2628900" cy="292608"/>
          </a:xfrm>
          <a:prstGeom prst="roundRect">
            <a:avLst>
              <a:gd name="adj" fmla="val 15625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86600" y="225856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254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2898648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D7E4E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2898648"/>
            <a:ext cx="1577340" cy="292608"/>
          </a:xfrm>
          <a:prstGeom prst="roundRect">
            <a:avLst>
              <a:gd name="adj" fmla="val 15625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86600" y="28254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924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Fit / Attitude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0" y="3465576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D7E4EA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3465576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86600" y="339242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593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Presentation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0" y="40325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D7E4EA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032504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86600" y="39593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63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parameters sum to a total score out of 100, auto-calculated by the system.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Grade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63840" y="201168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0" y="2011680"/>
            <a:ext cx="109728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92440" y="201168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85–100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20116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863840" y="288036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863840" y="2880360"/>
            <a:ext cx="109728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92440" y="288036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288036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63840" y="374904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863840" y="3749040"/>
            <a:ext cx="109728" cy="713232"/>
          </a:xfrm>
          <a:prstGeom prst="rect">
            <a:avLst/>
          </a:prstGeom>
          <a:solidFill>
            <a:srgbClr val="8FA6B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92440" y="374904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40–64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37490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863840" y="461772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7863840" y="4617720"/>
            <a:ext cx="109728" cy="713232"/>
          </a:xfrm>
          <a:prstGeom prst="rect">
            <a:avLst/>
          </a:prstGeom>
          <a:solidFill>
            <a:srgbClr val="5C708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92440" y="461772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40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189720" y="46177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Marketplace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 Candidate” Module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C387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03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search/filter candidates by score, skill set, and interview results.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72968" y="3611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C3873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377440"/>
            <a:ext cx="548640" cy="5486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Visibility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703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are locked/unlocked; visible publicly after interview.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07608" y="3611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C387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377440"/>
            <a:ext cx="548640" cy="5486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Unlock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703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pays to unlock full profile &amp; contact details, or sends a direct hire offer.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42248" y="3611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031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C3873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1160" y="2377440"/>
            <a:ext cx="548640" cy="5486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811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703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Razorpay/Stripe payment gateway integration for secure transactions.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&amp; Interviewer Dashboards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47672"/>
            <a:ext cx="539496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Dashboard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2860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job/interview requirements &amp; required skill criteria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3375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shortlisted and scored candidates in a ranked list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3891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purchase history and list of hired candidates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3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5544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947672"/>
            <a:ext cx="539496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15544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Dashboard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3796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2860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interviews &amp; candidate details before the session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520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3375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interface to submit the scorecard after each interview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4572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3891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Earnings/payout tracking for per-interview payments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Panel &amp; Analytics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Interviewer and Company registrations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Block/unblock users; manage disputes and reported issues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master question bank and scoring rubric templates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analytics: interviews conducted, revenue, top candidates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50876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performance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score trends over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3246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063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hiring analytics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520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requested vs. hires made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3434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4663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480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performance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937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summary across sessions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Django, Django REST Framework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EAF3F6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600200"/>
            <a:ext cx="269748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MySQL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EA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600200"/>
            <a:ext cx="269748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EA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1600200"/>
            <a:ext cx="269748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Audio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WebRTC, Jitsi Meet API, or Zoom SDK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EAF3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03320"/>
            <a:ext cx="26974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526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API (technical rounds)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370332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EAF3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383280" y="3703320"/>
            <a:ext cx="26974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6616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4526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70332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EAF3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3703320"/>
            <a:ext cx="26974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526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for async email/SMS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52560" y="370332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EAF3F6"/>
          </a:solidFill>
          <a:ln/>
        </p:spPr>
      </p:sp>
      <p:sp>
        <p:nvSpPr>
          <p:cNvPr id="33" name="Shape 31"/>
          <p:cNvSpPr/>
          <p:nvPr/>
        </p:nvSpPr>
        <p:spPr>
          <a:xfrm>
            <a:off x="9052560" y="3703320"/>
            <a:ext cx="26974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4526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registers &amp; completes profile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5544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applies, or company requests interview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15544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assigns/books an available interviewer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1546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conducted (live video or async test)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0175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1546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submits scorecard; score computed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0175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31546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becomes visible in marketplace per rules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7548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browses &amp; purchases/unlocks profile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3400" y="46177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4800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262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47548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processed; contact details or offer sent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46177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65269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21040" y="4800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210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915400" y="47548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monitors pipeline &amp; tracks analytics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05840" cy="54864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074920" cy="1005840"/>
          </a:xfrm>
          <a:prstGeom prst="roundRect">
            <a:avLst>
              <a:gd name="adj" fmla="val 8182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5166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51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00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screening and auto-shortlisting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074920" cy="1005840"/>
          </a:xfrm>
          <a:prstGeom prst="roundRect">
            <a:avLst>
              <a:gd name="adj" fmla="val 8182"/>
            </a:avLst>
          </a:prstGeom>
          <a:solidFill>
            <a:srgbClr val="EAF3F6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85166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851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600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interview question generation by job role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074920" cy="1005840"/>
          </a:xfrm>
          <a:prstGeom prst="roundRect">
            <a:avLst>
              <a:gd name="adj" fmla="val 8182"/>
            </a:avLst>
          </a:prstGeom>
          <a:solidFill>
            <a:srgbClr val="EA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8610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86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8346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proctoring / AI-based cheating detection for async tests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074920" cy="1005840"/>
          </a:xfrm>
          <a:prstGeom prst="roundRect">
            <a:avLst>
              <a:gd name="adj" fmla="val 8182"/>
            </a:avLst>
          </a:prstGeom>
          <a:solidFill>
            <a:srgbClr val="EA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08610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086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8346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 for companies (bulk unlock/hire packages)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5074920" cy="1005840"/>
          </a:xfrm>
          <a:prstGeom prst="roundRect">
            <a:avLst>
              <a:gd name="adj" fmla="val 8182"/>
            </a:avLst>
          </a:prstGeom>
          <a:solidFill>
            <a:srgbClr val="EAF3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2054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0690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for candidates and interviewers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Interview Platform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2026-09-10T02:51:54Z</dcterms:created>
  <dcterms:modified xsi:type="dcterms:W3CDTF">2026-09-10T02:51:54Z</dcterms:modified>
</cp:coreProperties>
</file>